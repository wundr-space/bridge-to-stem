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Generation Gap in 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0" y="2606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socioeconomic background representation in UK tech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520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43200" y="3611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in STEM workforce (fewer than 1 in 4)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82296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526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43200" y="4617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men dominate STEM roles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5394960"/>
            <a:ext cx="8229600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532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743200" y="5623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gap: Students can't see themselves in tech careers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6675120"/>
            <a:ext cx="9144000" cy="18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766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Gen-Connect | Connecting Relatable STEM Mentors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6766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Critical Barriers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886200" cy="4114800"/>
          </a:xfrm>
          <a:prstGeom prst="rect">
            <a:avLst/>
          </a:prstGeom>
          <a:solidFill>
            <a:srgbClr val="F3F4F6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Relatability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can't see 'someone like me' in STEM careers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12064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aspiration and perceived possibility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2011680"/>
            <a:ext cx="3886200" cy="4114800"/>
          </a:xfrm>
          <a:prstGeom prst="rect">
            <a:avLst/>
          </a:prstGeom>
          <a:solidFill>
            <a:srgbClr val="F3F4F6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22860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257800" y="32004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Safeguarding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74920" y="384048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struggle to find trusted, vetted mentors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512064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access barriers for quality placements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675120"/>
            <a:ext cx="9144000" cy="18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766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Gen-Connect | Connecting Relatable STEM Mentors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6766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Deep Dive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barriers in detail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Relatability Gap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Students from working-class backgrounds rarely encounter STEM professionals who share their lived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Without relatable role models, STEM careers feel unattainable ('not for people like me')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Critical decision point: Ages 14-16, when GCSE choices shape future pathways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Representation matters: Seeing 'someone like me' transforms aspiration into 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8288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Safeguarding Challenge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Schools need DBS-checked, trusted professionals for work placements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Traditional placement sourcing is time-intensive and inconsistent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3657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 varies: Schools can't guarantee meaningful experiences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4297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Scaling is impossible without systematic vetting and matching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5303520"/>
            <a:ext cx="6400800" cy="1097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548640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Impact: Talented students miss STEM opportunities due to lack of access to relatable, vetted mentors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675120"/>
            <a:ext cx="9144000" cy="18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766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Gen-Connect | Connecting Relatable STEM Mentors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6766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= Possibility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371600" y="3200400"/>
            <a:ext cx="6400800" cy="2743200"/>
          </a:xfrm>
          <a:prstGeom prst="rect">
            <a:avLst/>
          </a:prstGeom>
          <a:solidFill>
            <a:srgbClr val="F3F4F6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347472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students see professionals from similar backgrounds thriving in STEM, they understand it's achievable for them too.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isn't lack of talent or interest—it's lack of visibility into pathways that feel accessible.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employees with diverse backgrounds are the untapped solution: they're already vetted, passionate about giving back, and represent the 'proof of possibility' students need to see.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9144000" cy="18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766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Gen-Connect | Connecting Relatable STEM Mentors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0" y="6766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Gen-Connect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Activating Microsoft's diverse employees to close the generation gap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514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Diverse Employees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Microsoft's workforce diversity as mentors for students from similar backgrounds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703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Approach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4114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Validate demand • Phase 2: Deliver sized pilot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89204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4892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Model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5303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vendor relationship—a collaborative partnership for shared impact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58064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Students gain relatable mentors, schools get quality placements, Microsoft drives measurable D&amp;I impact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675120"/>
            <a:ext cx="9144000" cy="18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766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Gen-Connect | Connecting Relatable STEM Mentors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6766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Validate Demand 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employees want this before committing resources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employee interest and gather data to size the pilot appropriately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Proposing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DEI survey/campaign to MS employees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Questions: Would you mentor? Which school? What's your background?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Gather: Numbers, profiles, schools, geography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846320"/>
            <a:ext cx="411480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983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Know pilot size + feasibility before commitment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9260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&amp; Investment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00600" y="3474720"/>
            <a:ext cx="38862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36118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Q1 2026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(2-3 months)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4572000"/>
            <a:ext cx="3886200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47091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Minimal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(survey design, DEI team distributes)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675120"/>
            <a:ext cx="9144000" cy="18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766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Gen-Connect | Connecting Relatable STEM Mentors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6766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Sized Pilot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Phase 1 shows strong demand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Delivery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Pilot sized based on mentor numbers (20? 50? 100?)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Schools matched to mentor profiles and geography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program delivery in 2026-27 school year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Meaningful work placements with relatable mentors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8288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Acceleration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 have MVP scoped and ready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MS tech stack (Azure, AI) accelerates build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Positions as tech-for-good investment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Students exposed to Microsoft AI technology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solidFill>
            <a:srgbClr val="F3F4F6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5212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56692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of students changing their perception of STEM careers after experiencing relatable mentorship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outcomes for Microsoft's D&amp;I commitments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675120"/>
            <a:ext cx="9144000" cy="18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766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Gen-Connect | Connecting Relatable STEM Mentors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6766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Partnership Model 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value exchange for shared success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86200" cy="5486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659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Provides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Access to DEI channels for Phase 1 survey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Technology (Azure credits, AI stack access)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Funding for platform + operations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Brand (tech-for-good story)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828800"/>
            <a:ext cx="3886200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9659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Gen-Connect Provides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Survey design + analysis (Phase 1)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971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operations + 'heavy lifting' (Phase 2)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Schools engagement and matching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794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Impact measurement + reporting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Benefit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5303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Youth and schools exposed to Microsoft AI technology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5669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Positive PR story: Tech enabling social mobility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6035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Microsoft positioned as enabler, not just donor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Measurable D&amp;I impact with authentic community connection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675120"/>
            <a:ext cx="9144000" cy="18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766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Gen-Connect | Connecting Relatable STEM Mentors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6766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Low-risk Phase 1 commitment with clear validation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Commitment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5146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Access to DEI channels (ERGs, internal comms)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31089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DEI team support for survey distribution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3611880"/>
            <a:ext cx="640080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37033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2-3 hour workshop to design survey together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Validation Proves Demand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4937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2 partnership discussion (tech + funding)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5394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Scope sized appropriately based on survey results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5852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 ROI and impact metrics defined together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0" y="5943600"/>
            <a:ext cx="5486400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6080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Pilot Design Workshop (2 hours)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675120"/>
            <a:ext cx="9144000" cy="18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766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Gen-Connect | Connecting Relatable STEM Mentors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6766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the Impact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from a council estate in Manchester meets a Microsoft engineer who grew up on the same streets.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first time, they see someone who looks like them, sounds like them, and made it in tech.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two-week placement changes everything—not just GCSE choices, but life trajectory.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power of relatable mentorship at scale.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5943600"/>
            <a:ext cx="4572000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6080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Make It Happen Together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Gen-Connect | gen-connect.org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Gen-Connect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Partnership Proposal - Gen-Connect</dc:title>
  <dc:subject>Bridging the Generation Gap in STEM</dc:subject>
  <dc:creator>Gen-Connect</dc:creator>
  <cp:lastModifiedBy>Gen-Connect</cp:lastModifiedBy>
  <cp:revision>1</cp:revision>
  <dcterms:created xsi:type="dcterms:W3CDTF">2026-01-24T15:18:41Z</dcterms:created>
  <dcterms:modified xsi:type="dcterms:W3CDTF">2026-01-24T15:18:41Z</dcterms:modified>
</cp:coreProperties>
</file>